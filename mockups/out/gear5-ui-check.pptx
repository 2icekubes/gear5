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Gear5 UI Review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Generated from http://127.0.0.1:5173 on 2026-05-16 16:05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How to edit:
- Move, resize, draw over, or annotate anything directly on the slide.
- Add arrows/comments for spacing, copy, color, or hierarchy changes.
- Keep the route label on each slide so Codex knows which screen to update.
- Save the edited PPTX into mockups/inbox and ask Codex to apply it.
Tip: if a slide should be very precise, export it as PNG too and place it next to the 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Editable notes area is included on every screen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Role Switch  |  /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Rider Home  |  /rider</a:t>
            </a:r>
          </a:p>
        </p:txBody>
      </p:sp>
      <p:pic>
        <p:nvPicPr>
          <p:cNvPr id="3" name="Picture 2" descr="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Search  |  /search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Options  |  /rides</a:t>
            </a:r>
          </a:p>
        </p:txBody>
      </p:sp>
      <p:pic>
        <p:nvPicPr>
          <p:cNvPr id="3" name="Picture 2" descr="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Pack  |  /ride-pack</a:t>
            </a:r>
          </a:p>
        </p:txBody>
      </p:sp>
      <p:pic>
        <p:nvPicPr>
          <p:cNvPr id="3" name="Picture 2" descr="ride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 |  /myride</a:t>
            </a:r>
          </a:p>
        </p:txBody>
      </p:sp>
      <p:pic>
        <p:nvPicPr>
          <p:cNvPr id="3" name="Picture 2" descr="my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Details  |  /myride/details</a:t>
            </a:r>
          </a:p>
        </p:txBody>
      </p:sp>
      <p:pic>
        <p:nvPicPr>
          <p:cNvPr id="3" name="Picture 2" descr="myrid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Live Ride  |  /live</a:t>
            </a:r>
          </a:p>
        </p:txBody>
      </p:sp>
      <p:pic>
        <p:nvPicPr>
          <p:cNvPr id="3" name="Picture 2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Profile  |  /profile</a:t>
            </a:r>
          </a:p>
        </p:txBody>
      </p:sp>
      <p:pic>
        <p:nvPicPr>
          <p:cNvPr id="3" name="Picture 2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Driver  |  /driver</a:t>
            </a:r>
          </a:p>
        </p:txBody>
      </p:sp>
      <p:pic>
        <p:nvPicPr>
          <p:cNvPr id="3" name="Picture 2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Admin  |  /admin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Superadmin  |  /superadmin</a:t>
            </a:r>
          </a:p>
        </p:txBody>
      </p:sp>
      <p:pic>
        <p:nvPicPr>
          <p:cNvPr id="3" name="Picture 2" descr="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